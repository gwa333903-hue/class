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1AFC6B1-626D-43C2-89BF-1EE3A50AE3C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FAB8-FAD8-4DFB-A691-B843027749B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2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FC6B1-626D-43C2-89BF-1EE3A50AE3C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FAB8-FAD8-4DFB-A691-B84302774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621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FC6B1-626D-43C2-89BF-1EE3A50AE3C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FAB8-FAD8-4DFB-A691-B843027749B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015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FC6B1-626D-43C2-89BF-1EE3A50AE3C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FAB8-FAD8-4DFB-A691-B84302774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1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FC6B1-626D-43C2-89BF-1EE3A50AE3C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FAB8-FAD8-4DFB-A691-B84302774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003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FC6B1-626D-43C2-89BF-1EE3A50AE3C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FAB8-FAD8-4DFB-A691-B84302774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927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FC6B1-626D-43C2-89BF-1EE3A50AE3C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FAB8-FAD8-4DFB-A691-B84302774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10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FC6B1-626D-43C2-89BF-1EE3A50AE3C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FAB8-FAD8-4DFB-A691-B84302774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139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FC6B1-626D-43C2-89BF-1EE3A50AE3C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FAB8-FAD8-4DFB-A691-B843027749B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07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FC6B1-626D-43C2-89BF-1EE3A50AE3C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FAB8-FAD8-4DFB-A691-B84302774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0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FC6B1-626D-43C2-89BF-1EE3A50AE3C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FAB8-FAD8-4DFB-A691-B843027749B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32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1AFC6B1-626D-43C2-89BF-1EE3A50AE3C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E31FAB8-FAD8-4DFB-A691-B843027749B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84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SQ3R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Reading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8419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SURVEY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0127"/>
          </a:xfrm>
        </p:spPr>
        <p:txBody>
          <a:bodyPr/>
          <a:lstStyle/>
          <a:p>
            <a:r>
              <a:rPr lang="en-GB" dirty="0" smtClean="0"/>
              <a:t>Before </a:t>
            </a:r>
            <a:r>
              <a:rPr lang="en-GB" dirty="0"/>
              <a:t>you begin a new chapter, skim the material and get a feel for the main topics and ideas in the text. The process below should take 5-10 minutes.</a:t>
            </a:r>
          </a:p>
          <a:p>
            <a:r>
              <a:rPr lang="en-GB" dirty="0"/>
              <a:t>Read the introduction</a:t>
            </a:r>
          </a:p>
          <a:p>
            <a:r>
              <a:rPr lang="en-GB" dirty="0"/>
              <a:t>Look at the headings and subheadings</a:t>
            </a:r>
          </a:p>
          <a:p>
            <a:r>
              <a:rPr lang="en-GB" dirty="0"/>
              <a:t>Look at the pictures, charts and graphs (anything visual)</a:t>
            </a:r>
          </a:p>
          <a:p>
            <a:r>
              <a:rPr lang="en-GB" dirty="0"/>
              <a:t>Read the chapter summary</a:t>
            </a:r>
          </a:p>
          <a:p>
            <a:r>
              <a:rPr lang="en-GB" dirty="0"/>
              <a:t>Look at the study questions at the end of the chapter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4246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QUESTION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Use </a:t>
            </a:r>
            <a:r>
              <a:rPr lang="en-GB" dirty="0"/>
              <a:t>questions to guide your reading.</a:t>
            </a:r>
          </a:p>
          <a:p>
            <a:r>
              <a:rPr lang="en-GB" dirty="0"/>
              <a:t>Take the first heading in the chapter and turn it into a question before reading the paragraphs in that section. For instance, if the heading is “A Limited Partnership”, read it as “What is a limited partnership?” Now you have created a purpose for reading because you are looking for the answer to the question.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0598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READ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As </a:t>
            </a:r>
            <a:r>
              <a:rPr lang="en-GB" dirty="0"/>
              <a:t>you read look for answers to the questions you created. Use the following tips when reading:</a:t>
            </a:r>
          </a:p>
          <a:p>
            <a:r>
              <a:rPr lang="en-GB" dirty="0"/>
              <a:t>Usually the first sentence of each paragraph states the main idea.</a:t>
            </a:r>
          </a:p>
          <a:p>
            <a:r>
              <a:rPr lang="en-GB" dirty="0"/>
              <a:t>Look for transition words such as next, for example, in contrast, in addition, to help you follow the author’s point.</a:t>
            </a:r>
          </a:p>
          <a:p>
            <a:r>
              <a:rPr lang="en-GB" dirty="0"/>
              <a:t>Make notes in the margin or in a notebook as you read. Paraphrase main points and ideas; do NOT simply copy information from the textbook.</a:t>
            </a:r>
          </a:p>
          <a:p>
            <a:r>
              <a:rPr lang="en-GB" dirty="0"/>
              <a:t>Highlight only the most important points. Too much highlighting can make it difficult to separate the main point from support details.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6916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RECITE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After </a:t>
            </a:r>
            <a:r>
              <a:rPr lang="en-GB" dirty="0"/>
              <a:t>reading, look at the questions you created or those at the end of the chapter.</a:t>
            </a:r>
          </a:p>
          <a:p>
            <a:r>
              <a:rPr lang="en-GB" dirty="0"/>
              <a:t>Can you answer them? If you cannot, go back, reread the appropriate</a:t>
            </a:r>
            <a:br>
              <a:rPr lang="en-GB" dirty="0"/>
            </a:br>
            <a:r>
              <a:rPr lang="en-GB" dirty="0"/>
              <a:t>sections, and take notes.</a:t>
            </a:r>
          </a:p>
          <a:p>
            <a:r>
              <a:rPr lang="en-GB" dirty="0"/>
              <a:t>Take the time and recite or recall whatever you can</a:t>
            </a:r>
            <a:br>
              <a:rPr lang="en-GB" dirty="0"/>
            </a:br>
            <a:r>
              <a:rPr lang="en-GB" dirty="0"/>
              <a:t>remember as soon as you finish reading.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6888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After </a:t>
            </a:r>
            <a:r>
              <a:rPr lang="en-GB" dirty="0"/>
              <a:t>you study new material, it is extremely important to conduct an overall review within 24 hours for maximum comprehension and memory. You can lose 80% of what you have learned if you do not review within the next day.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2563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Example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err="1"/>
              <a:t>Ritesh</a:t>
            </a:r>
            <a:r>
              <a:rPr lang="en-GB" b="1" dirty="0"/>
              <a:t> Agarwal</a:t>
            </a:r>
            <a:endParaRPr lang="en-GB" dirty="0"/>
          </a:p>
          <a:p>
            <a:r>
              <a:rPr lang="en-GB" dirty="0"/>
              <a:t>Have you heard of </a:t>
            </a:r>
            <a:r>
              <a:rPr lang="en-GB" dirty="0" err="1"/>
              <a:t>Oravel</a:t>
            </a:r>
            <a:r>
              <a:rPr lang="en-GB" dirty="0"/>
              <a:t>? No? How about OYO? Yes, this young man is the Founder &amp; CEO of the budget room provider service - OYO.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 err="1"/>
              <a:t>Ritesh</a:t>
            </a:r>
            <a:r>
              <a:rPr lang="en-GB" dirty="0"/>
              <a:t> Agarwal has had an interesting childhood. He was never fond of studies so he dropped formal education out of his plans. The idea of </a:t>
            </a:r>
            <a:r>
              <a:rPr lang="en-GB" dirty="0" err="1"/>
              <a:t>Oravel</a:t>
            </a:r>
            <a:r>
              <a:rPr lang="en-GB" dirty="0"/>
              <a:t> Stays struck him when he was 18. The basic idea was a budget hotel chain that provides B&amp;B. Realizing that no other service offered a room for a budget traveller, </a:t>
            </a:r>
            <a:r>
              <a:rPr lang="en-GB" dirty="0" err="1"/>
              <a:t>Ritesh</a:t>
            </a:r>
            <a:r>
              <a:rPr lang="en-GB" dirty="0"/>
              <a:t> took the idea from </a:t>
            </a:r>
            <a:r>
              <a:rPr lang="en-GB" dirty="0" err="1"/>
              <a:t>Oravel</a:t>
            </a:r>
            <a:r>
              <a:rPr lang="en-GB" dirty="0"/>
              <a:t> stays to OYO rooms and voila! Agarwal started OYO with 11 only rooms in a Gurgaon hotel. This is one of the best </a:t>
            </a:r>
            <a:r>
              <a:rPr lang="en-GB" b="1" dirty="0"/>
              <a:t>successful entrepreneurs stories in India</a:t>
            </a:r>
            <a:r>
              <a:rPr lang="en-GB" dirty="0"/>
              <a:t>. Today, OYO has 65000 rooms in about 5500 properties across 170 cities in India.</a:t>
            </a:r>
            <a:br>
              <a:rPr lang="en-GB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654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51</TotalTime>
  <Words>362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Tw Cen MT</vt:lpstr>
      <vt:lpstr>Tw Cen MT Condensed</vt:lpstr>
      <vt:lpstr>Wingdings 3</vt:lpstr>
      <vt:lpstr>Integral</vt:lpstr>
      <vt:lpstr>SQ3R</vt:lpstr>
      <vt:lpstr>SURVEY</vt:lpstr>
      <vt:lpstr>QUESTION</vt:lpstr>
      <vt:lpstr>READ</vt:lpstr>
      <vt:lpstr>RECITE</vt:lpstr>
      <vt:lpstr>REVIEW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SQ3R</dc:title>
  <dc:creator>EIILM</dc:creator>
  <cp:lastModifiedBy>EIILM</cp:lastModifiedBy>
  <cp:revision>7</cp:revision>
  <dcterms:created xsi:type="dcterms:W3CDTF">2026-09-07T04:44:05Z</dcterms:created>
  <dcterms:modified xsi:type="dcterms:W3CDTF">2026-09-07T07:47:38Z</dcterms:modified>
</cp:coreProperties>
</file>