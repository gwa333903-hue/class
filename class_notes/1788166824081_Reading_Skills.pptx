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3" r:id="rId5"/>
    <p:sldId id="259" r:id="rId6"/>
    <p:sldId id="260" r:id="rId7"/>
    <p:sldId id="261" r:id="rId8"/>
    <p:sldId id="262"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3" autoAdjust="0"/>
    <p:restoredTop sz="94660"/>
  </p:normalViewPr>
  <p:slideViewPr>
    <p:cSldViewPr snapToGrid="0">
      <p:cViewPr varScale="1">
        <p:scale>
          <a:sx n="79" d="100"/>
          <a:sy n="79" d="100"/>
        </p:scale>
        <p:origin x="16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CF345F09-6C02-474C-BBD2-B7B612703B23}" type="datetimeFigureOut">
              <a:rPr lang="en-IN" smtClean="0"/>
              <a:t>09-09-2024</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1733731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F345F09-6C02-474C-BBD2-B7B612703B23}"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3858469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F345F09-6C02-474C-BBD2-B7B612703B23}"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176431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F345F09-6C02-474C-BBD2-B7B612703B23}"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161612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F345F09-6C02-474C-BBD2-B7B612703B23}" type="datetimeFigureOut">
              <a:rPr lang="en-IN" smtClean="0"/>
              <a:t>09-09-2024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3006550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F345F09-6C02-474C-BBD2-B7B612703B23}" type="datetimeFigureOut">
              <a:rPr lang="en-IN" smtClean="0"/>
              <a:t>09-09-2024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266568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345F09-6C02-474C-BBD2-B7B612703B23}" type="datetimeFigureOut">
              <a:rPr lang="en-IN" smtClean="0"/>
              <a:t>09-09-2024</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2225274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F345F09-6C02-474C-BBD2-B7B612703B23}"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2756180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F345F09-6C02-474C-BBD2-B7B612703B23}"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1132359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F345F09-6C02-474C-BBD2-B7B612703B23}"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1905124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CF345F09-6C02-474C-BBD2-B7B612703B23}"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33281036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CF345F09-6C02-474C-BBD2-B7B612703B23}"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4287501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F345F09-6C02-474C-BBD2-B7B612703B23}"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20138541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F345F09-6C02-474C-BBD2-B7B612703B23}" type="datetimeFigureOut">
              <a:rPr lang="en-IN" smtClean="0"/>
              <a:t>09-09-2024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1327990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F345F09-6C02-474C-BBD2-B7B612703B23}" type="datetimeFigureOut">
              <a:rPr lang="en-IN" smtClean="0"/>
              <a:t>09-09-2024</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1723756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F345F09-6C02-474C-BBD2-B7B612703B23}"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26804510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F345F09-6C02-474C-BBD2-B7B612703B23}"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1A04772-ADE7-4018-A2CB-676A489AADF8}" type="slidenum">
              <a:rPr lang="en-IN" smtClean="0"/>
              <a:t>‹#›</a:t>
            </a:fld>
            <a:endParaRPr lang="en-IN"/>
          </a:p>
        </p:txBody>
      </p:sp>
    </p:spTree>
    <p:extLst>
      <p:ext uri="{BB962C8B-B14F-4D97-AF65-F5344CB8AC3E}">
        <p14:creationId xmlns:p14="http://schemas.microsoft.com/office/powerpoint/2010/main" val="1267008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CF345F09-6C02-474C-BBD2-B7B612703B23}" type="datetimeFigureOut">
              <a:rPr lang="en-IN" smtClean="0"/>
              <a:t>09-09-2024</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1A04772-ADE7-4018-A2CB-676A489AADF8}" type="slidenum">
              <a:rPr lang="en-IN" smtClean="0"/>
              <a:t>‹#›</a:t>
            </a:fld>
            <a:endParaRPr lang="en-IN"/>
          </a:p>
        </p:txBody>
      </p:sp>
    </p:spTree>
    <p:extLst>
      <p:ext uri="{BB962C8B-B14F-4D97-AF65-F5344CB8AC3E}">
        <p14:creationId xmlns:p14="http://schemas.microsoft.com/office/powerpoint/2010/main" val="32688332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Reading Skills</a:t>
            </a:r>
            <a:endParaRPr lang="en-IN" dirty="0"/>
          </a:p>
        </p:txBody>
      </p:sp>
      <p:sp>
        <p:nvSpPr>
          <p:cNvPr id="3" name="Subtitle 2"/>
          <p:cNvSpPr>
            <a:spLocks noGrp="1"/>
          </p:cNvSpPr>
          <p:nvPr>
            <p:ph type="subTitle" idx="1"/>
          </p:nvPr>
        </p:nvSpPr>
        <p:spPr/>
        <p:txBody>
          <a:bodyPr/>
          <a:lstStyle/>
          <a:p>
            <a:r>
              <a:rPr lang="en-US" dirty="0" smtClean="0"/>
              <a:t>Types of reading, Comprehension</a:t>
            </a:r>
            <a:endParaRPr lang="en-IN" dirty="0"/>
          </a:p>
        </p:txBody>
      </p:sp>
    </p:spTree>
    <p:extLst>
      <p:ext uri="{BB962C8B-B14F-4D97-AF65-F5344CB8AC3E}">
        <p14:creationId xmlns:p14="http://schemas.microsoft.com/office/powerpoint/2010/main" val="3494466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Reading?</a:t>
            </a:r>
            <a:endParaRPr lang="en-IN" dirty="0"/>
          </a:p>
        </p:txBody>
      </p:sp>
      <p:sp>
        <p:nvSpPr>
          <p:cNvPr id="3" name="Content Placeholder 2"/>
          <p:cNvSpPr>
            <a:spLocks noGrp="1"/>
          </p:cNvSpPr>
          <p:nvPr>
            <p:ph idx="1"/>
          </p:nvPr>
        </p:nvSpPr>
        <p:spPr/>
        <p:txBody>
          <a:bodyPr>
            <a:normAutofit/>
          </a:bodyPr>
          <a:lstStyle/>
          <a:p>
            <a:pPr algn="just"/>
            <a:r>
              <a:rPr lang="en-US" dirty="0"/>
              <a:t>Reading is a skill that enables us to get a message</a:t>
            </a:r>
          </a:p>
          <a:p>
            <a:pPr algn="just"/>
            <a:r>
              <a:rPr lang="en-US" dirty="0" smtClean="0"/>
              <a:t>Reading </a:t>
            </a:r>
            <a:r>
              <a:rPr lang="en-US" dirty="0" smtClean="0"/>
              <a:t>is a combination of two related processes: word recognition and </a:t>
            </a:r>
            <a:r>
              <a:rPr lang="en-US" dirty="0" smtClean="0"/>
              <a:t>comprehension</a:t>
            </a:r>
            <a:r>
              <a:rPr lang="en-US" dirty="0" smtClean="0"/>
              <a:t>. It </a:t>
            </a:r>
            <a:r>
              <a:rPr lang="en-US" dirty="0"/>
              <a:t>also helps in recognizing the written words, understanding the meaning and grasping</a:t>
            </a:r>
          </a:p>
          <a:p>
            <a:pPr algn="just"/>
            <a:r>
              <a:rPr lang="en-US" dirty="0" smtClean="0"/>
              <a:t>Recognition </a:t>
            </a:r>
            <a:r>
              <a:rPr lang="en-US" dirty="0" smtClean="0"/>
              <a:t>refers to the process of perceiving how written symbols correspond to one’s spoken language. </a:t>
            </a:r>
          </a:p>
          <a:p>
            <a:pPr algn="just"/>
            <a:r>
              <a:rPr lang="en-US" dirty="0" smtClean="0"/>
              <a:t>Comprehension is the process of making sense of words, sentences, and connected text</a:t>
            </a:r>
          </a:p>
          <a:p>
            <a:pPr algn="just"/>
            <a:r>
              <a:rPr lang="en-US" dirty="0" smtClean="0"/>
              <a:t>Reading </a:t>
            </a:r>
            <a:r>
              <a:rPr lang="en-US" dirty="0" smtClean="0"/>
              <a:t>is a complex activity that involves both perceptions and thought.</a:t>
            </a:r>
          </a:p>
          <a:p>
            <a:pPr marL="0" indent="0" algn="just">
              <a:buNone/>
            </a:pPr>
            <a:endParaRPr lang="en-IN" dirty="0"/>
          </a:p>
        </p:txBody>
      </p:sp>
    </p:spTree>
    <p:extLst>
      <p:ext uri="{BB962C8B-B14F-4D97-AF65-F5344CB8AC3E}">
        <p14:creationId xmlns:p14="http://schemas.microsoft.com/office/powerpoint/2010/main" val="2313842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Reading</a:t>
            </a:r>
            <a:endParaRPr lang="en-IN" dirty="0"/>
          </a:p>
        </p:txBody>
      </p:sp>
      <p:sp>
        <p:nvSpPr>
          <p:cNvPr id="3" name="Content Placeholder 2"/>
          <p:cNvSpPr>
            <a:spLocks noGrp="1"/>
          </p:cNvSpPr>
          <p:nvPr>
            <p:ph idx="1"/>
          </p:nvPr>
        </p:nvSpPr>
        <p:spPr/>
        <p:txBody>
          <a:bodyPr/>
          <a:lstStyle/>
          <a:p>
            <a:r>
              <a:rPr lang="en-US" dirty="0" smtClean="0"/>
              <a:t>There are four types of reading:</a:t>
            </a:r>
          </a:p>
          <a:p>
            <a:r>
              <a:rPr lang="en-US" dirty="0" smtClean="0"/>
              <a:t>Skimming</a:t>
            </a:r>
          </a:p>
          <a:p>
            <a:r>
              <a:rPr lang="en-US" dirty="0" smtClean="0"/>
              <a:t>Scanning</a:t>
            </a:r>
          </a:p>
          <a:p>
            <a:r>
              <a:rPr lang="en-US" dirty="0" smtClean="0"/>
              <a:t>Intensive </a:t>
            </a:r>
          </a:p>
          <a:p>
            <a:r>
              <a:rPr lang="en-US" dirty="0" smtClean="0"/>
              <a:t>Extensive </a:t>
            </a:r>
            <a:endParaRPr lang="en-IN" dirty="0"/>
          </a:p>
        </p:txBody>
      </p:sp>
    </p:spTree>
    <p:extLst>
      <p:ext uri="{BB962C8B-B14F-4D97-AF65-F5344CB8AC3E}">
        <p14:creationId xmlns:p14="http://schemas.microsoft.com/office/powerpoint/2010/main" val="3713866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Reading</a:t>
            </a:r>
            <a:endParaRPr lang="en-IN" dirty="0"/>
          </a:p>
        </p:txBody>
      </p:sp>
      <p:sp>
        <p:nvSpPr>
          <p:cNvPr id="3" name="Content Placeholder 2"/>
          <p:cNvSpPr>
            <a:spLocks noGrp="1"/>
          </p:cNvSpPr>
          <p:nvPr>
            <p:ph idx="1"/>
          </p:nvPr>
        </p:nvSpPr>
        <p:spPr/>
        <p:txBody>
          <a:bodyPr>
            <a:normAutofit fontScale="92500" lnSpcReduction="10000"/>
          </a:bodyPr>
          <a:lstStyle/>
          <a:p>
            <a:pPr algn="just"/>
            <a:r>
              <a:rPr lang="en-US" b="1" dirty="0" smtClean="0"/>
              <a:t>Skimming</a:t>
            </a:r>
            <a:r>
              <a:rPr lang="en-US" dirty="0" smtClean="0"/>
              <a:t> is a technique that allows you to quickly read through a text and pick out the main ideas. This is a useful skill when you need to get an overview of a text or when you’re looking for specific information.</a:t>
            </a:r>
          </a:p>
          <a:p>
            <a:pPr algn="just"/>
            <a:r>
              <a:rPr lang="en-US" b="1" dirty="0" smtClean="0"/>
              <a:t>Scanning</a:t>
            </a:r>
            <a:r>
              <a:rPr lang="en-US" dirty="0"/>
              <a:t> is a technique that allows you to quickly read through a text and find specific information. This is a useful skill when you need to find specific information in a text.</a:t>
            </a:r>
          </a:p>
          <a:p>
            <a:pPr algn="just"/>
            <a:r>
              <a:rPr lang="en-US" b="1" dirty="0" smtClean="0"/>
              <a:t>Intensive</a:t>
            </a:r>
            <a:r>
              <a:rPr lang="en-US" dirty="0" smtClean="0"/>
              <a:t> reading is a technique that allows you to read a text slowly and carefully in order to understand all the details and nuances. This is a useful skill when you need to understand a text in depth.</a:t>
            </a:r>
          </a:p>
          <a:p>
            <a:pPr algn="just"/>
            <a:r>
              <a:rPr lang="en-US" b="1" dirty="0" smtClean="0"/>
              <a:t>Extensive</a:t>
            </a:r>
            <a:r>
              <a:rPr lang="en-US" dirty="0"/>
              <a:t> reading/Speed reading is a technique that allows you to read a text quickly. This is a useful skill when you need to read a lot of information in a short amount of time.</a:t>
            </a:r>
          </a:p>
          <a:p>
            <a:pPr marL="0" indent="0">
              <a:buNone/>
            </a:pPr>
            <a:endParaRPr lang="en-IN" dirty="0"/>
          </a:p>
        </p:txBody>
      </p:sp>
    </p:spTree>
    <p:extLst>
      <p:ext uri="{BB962C8B-B14F-4D97-AF65-F5344CB8AC3E}">
        <p14:creationId xmlns:p14="http://schemas.microsoft.com/office/powerpoint/2010/main" val="2832426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Skimming technique of reading</a:t>
            </a:r>
            <a:endParaRPr lang="en-IN" dirty="0"/>
          </a:p>
        </p:txBody>
      </p:sp>
      <p:sp>
        <p:nvSpPr>
          <p:cNvPr id="3" name="Content Placeholder 2"/>
          <p:cNvSpPr>
            <a:spLocks noGrp="1"/>
          </p:cNvSpPr>
          <p:nvPr>
            <p:ph idx="1"/>
          </p:nvPr>
        </p:nvSpPr>
        <p:spPr/>
        <p:txBody>
          <a:bodyPr>
            <a:normAutofit/>
          </a:bodyPr>
          <a:lstStyle/>
          <a:p>
            <a:pPr algn="just"/>
            <a:r>
              <a:rPr lang="en-US" dirty="0" smtClean="0"/>
              <a:t>It refers to as gist reading to glance over the material to grasp the main idea.</a:t>
            </a:r>
          </a:p>
          <a:p>
            <a:pPr algn="just"/>
            <a:r>
              <a:rPr lang="en-US" dirty="0" smtClean="0"/>
              <a:t>Skimming is useful when your goal is to preview the text</a:t>
            </a:r>
            <a:r>
              <a:rPr lang="en-IN" dirty="0" smtClean="0"/>
              <a:t> to get a better idea of what it’s about. It will help prepare you for better learning.</a:t>
            </a:r>
          </a:p>
          <a:p>
            <a:pPr algn="just"/>
            <a:r>
              <a:rPr lang="en-US" dirty="0"/>
              <a:t>Skimming, sometimes referred to as gist reading, means going through the text to grasp the main idea. Here, the reader doesn’t pronounce each and every word of the text but focuses their attention on the main theme or the core of the text. Examples of skimming are reading magazines or newspapers and searching for a name in a telephone directory.</a:t>
            </a:r>
            <a:endParaRPr lang="en-US" dirty="0" smtClean="0"/>
          </a:p>
        </p:txBody>
      </p:sp>
    </p:spTree>
    <p:extLst>
      <p:ext uri="{BB962C8B-B14F-4D97-AF65-F5344CB8AC3E}">
        <p14:creationId xmlns:p14="http://schemas.microsoft.com/office/powerpoint/2010/main" val="2536452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Scanning technique of Reading</a:t>
            </a:r>
            <a:endParaRPr lang="en-IN" dirty="0"/>
          </a:p>
        </p:txBody>
      </p:sp>
      <p:sp>
        <p:nvSpPr>
          <p:cNvPr id="3" name="Content Placeholder 2"/>
          <p:cNvSpPr>
            <a:spLocks noGrp="1"/>
          </p:cNvSpPr>
          <p:nvPr>
            <p:ph idx="1"/>
          </p:nvPr>
        </p:nvSpPr>
        <p:spPr/>
        <p:txBody>
          <a:bodyPr/>
          <a:lstStyle/>
          <a:p>
            <a:r>
              <a:rPr lang="en-US" dirty="0" smtClean="0"/>
              <a:t>It is the general reading process</a:t>
            </a:r>
          </a:p>
          <a:p>
            <a:r>
              <a:rPr lang="en-US" dirty="0" smtClean="0"/>
              <a:t>Scanning involves getting your eyes to quickly scuttle</a:t>
            </a:r>
            <a:r>
              <a:rPr lang="en-IN" dirty="0" smtClean="0"/>
              <a:t> across sentences and is used to get just a simple piece of information</a:t>
            </a:r>
          </a:p>
          <a:p>
            <a:r>
              <a:rPr lang="en-US" dirty="0" smtClean="0"/>
              <a:t>You’ll be searching for specific words or phrases that will give you more information and answer questions you may have.</a:t>
            </a:r>
          </a:p>
          <a:p>
            <a:r>
              <a:rPr lang="en-US" dirty="0"/>
              <a:t>Here, the reader quickly scuttles across sentences to get to a particular piece of information. Scanning involves the technique of rejecting or ignoring irrelevant information from the text to locate a specific piece of information.</a:t>
            </a:r>
            <a:endParaRPr lang="en-US" dirty="0" smtClean="0"/>
          </a:p>
          <a:p>
            <a:pPr marL="0" indent="0">
              <a:buNone/>
            </a:pPr>
            <a:endParaRPr lang="en-US" dirty="0" smtClean="0"/>
          </a:p>
        </p:txBody>
      </p:sp>
    </p:spTree>
    <p:extLst>
      <p:ext uri="{BB962C8B-B14F-4D97-AF65-F5344CB8AC3E}">
        <p14:creationId xmlns:p14="http://schemas.microsoft.com/office/powerpoint/2010/main" val="158839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Intensive reading </a:t>
            </a:r>
            <a:endParaRPr lang="en-IN" dirty="0"/>
          </a:p>
        </p:txBody>
      </p:sp>
      <p:sp>
        <p:nvSpPr>
          <p:cNvPr id="3" name="Content Placeholder 2"/>
          <p:cNvSpPr>
            <a:spLocks noGrp="1"/>
          </p:cNvSpPr>
          <p:nvPr>
            <p:ph idx="1"/>
          </p:nvPr>
        </p:nvSpPr>
        <p:spPr/>
        <p:txBody>
          <a:bodyPr/>
          <a:lstStyle/>
          <a:p>
            <a:r>
              <a:rPr lang="en-US" dirty="0" smtClean="0"/>
              <a:t>This process is applicable when we aim to have an idea clear in mind.</a:t>
            </a:r>
          </a:p>
          <a:p>
            <a:r>
              <a:rPr lang="en-US" dirty="0" smtClean="0"/>
              <a:t>It is a time-consuming process</a:t>
            </a:r>
          </a:p>
          <a:p>
            <a:r>
              <a:rPr lang="en-US" dirty="0" smtClean="0"/>
              <a:t>If anyone wants to get a clear idea of the vocabulary and set a historical chronology, he/she must read intensively.</a:t>
            </a:r>
          </a:p>
          <a:p>
            <a:r>
              <a:rPr lang="en-US" dirty="0"/>
              <a:t>Intensive reading is far more time-consuming than skimming and scanning as it needs the reader’s attention to detail. It involves close reading that aims at the accuracy of comprehension. Here, the reader has to understand the meaning of each and every word.</a:t>
            </a:r>
            <a:endParaRPr lang="en-US" dirty="0" smtClean="0"/>
          </a:p>
          <a:p>
            <a:endParaRPr lang="en-IN" dirty="0"/>
          </a:p>
        </p:txBody>
      </p:sp>
    </p:spTree>
    <p:extLst>
      <p:ext uri="{BB962C8B-B14F-4D97-AF65-F5344CB8AC3E}">
        <p14:creationId xmlns:p14="http://schemas.microsoft.com/office/powerpoint/2010/main" val="2306878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Extensive reading</a:t>
            </a:r>
            <a:endParaRPr lang="en-IN" dirty="0"/>
          </a:p>
        </p:txBody>
      </p:sp>
      <p:sp>
        <p:nvSpPr>
          <p:cNvPr id="3" name="Content Placeholder 2"/>
          <p:cNvSpPr>
            <a:spLocks noGrp="1"/>
          </p:cNvSpPr>
          <p:nvPr>
            <p:ph idx="1"/>
          </p:nvPr>
        </p:nvSpPr>
        <p:spPr/>
        <p:txBody>
          <a:bodyPr/>
          <a:lstStyle/>
          <a:p>
            <a:pPr algn="just"/>
            <a:r>
              <a:rPr lang="en-US" dirty="0" smtClean="0"/>
              <a:t>Extensive reading involves reading for pleasure</a:t>
            </a:r>
          </a:p>
          <a:p>
            <a:pPr algn="just"/>
            <a:r>
              <a:rPr lang="en-US" dirty="0" smtClean="0"/>
              <a:t>Because there is an element of enjoyment in extensive reading it is unlikely that students will undertake extensive reading of a text they do not like</a:t>
            </a:r>
          </a:p>
          <a:p>
            <a:pPr algn="just"/>
            <a:r>
              <a:rPr lang="en-US" dirty="0" smtClean="0"/>
              <a:t>It also requires fluid decoding and assimilation of the text and content in front of you. </a:t>
            </a:r>
          </a:p>
          <a:p>
            <a:pPr algn="just"/>
            <a:r>
              <a:rPr lang="en-US" dirty="0"/>
              <a:t>Extensive reading lays more emphasis on fluency and less on accuracy. It usually involves reading for pleasure and is more of an out-of-classroom activity. It is highly unlikely for readers to take up the extensive reading of text they do not like.</a:t>
            </a:r>
            <a:endParaRPr lang="en-IN" dirty="0"/>
          </a:p>
        </p:txBody>
      </p:sp>
    </p:spTree>
    <p:extLst>
      <p:ext uri="{BB962C8B-B14F-4D97-AF65-F5344CB8AC3E}">
        <p14:creationId xmlns:p14="http://schemas.microsoft.com/office/powerpoint/2010/main" val="2506884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improve reading skills</a:t>
            </a:r>
            <a:endParaRPr lang="en-IN" dirty="0"/>
          </a:p>
        </p:txBody>
      </p:sp>
      <p:sp>
        <p:nvSpPr>
          <p:cNvPr id="3" name="Content Placeholder 2"/>
          <p:cNvSpPr>
            <a:spLocks noGrp="1"/>
          </p:cNvSpPr>
          <p:nvPr>
            <p:ph idx="1"/>
          </p:nvPr>
        </p:nvSpPr>
        <p:spPr/>
        <p:txBody>
          <a:bodyPr>
            <a:normAutofit fontScale="85000" lnSpcReduction="10000"/>
          </a:bodyPr>
          <a:lstStyle/>
          <a:p>
            <a:pPr algn="just"/>
            <a:r>
              <a:rPr lang="en-US" b="1" dirty="0"/>
              <a:t>Reading regularly</a:t>
            </a:r>
            <a:r>
              <a:rPr lang="en-US" dirty="0"/>
              <a:t>: make reading a habit by setting aside dedicated time each day to read. Choose materials that interest you, whether it's books, articles, or online resources. The more you read, the more your reading skills will develop.</a:t>
            </a:r>
          </a:p>
          <a:p>
            <a:pPr algn="just"/>
            <a:r>
              <a:rPr lang="en-US" b="1" dirty="0"/>
              <a:t>Setting goals</a:t>
            </a:r>
            <a:r>
              <a:rPr lang="en-US" dirty="0"/>
              <a:t>: set </a:t>
            </a:r>
            <a:r>
              <a:rPr lang="en-US" u="sng" dirty="0" smtClean="0"/>
              <a:t>achievable reading skills</a:t>
            </a:r>
            <a:r>
              <a:rPr lang="en-US" dirty="0" smtClean="0"/>
              <a:t> </a:t>
            </a:r>
            <a:r>
              <a:rPr lang="en-US" dirty="0"/>
              <a:t>such as completing a certain number of pages or chapters each day or week. Gradually increase the complexity and length of the texts you read as your skills improve.</a:t>
            </a:r>
          </a:p>
          <a:p>
            <a:pPr algn="just"/>
            <a:r>
              <a:rPr lang="en-US" b="1" dirty="0"/>
              <a:t>Join a book club</a:t>
            </a:r>
            <a:r>
              <a:rPr lang="en-US" dirty="0"/>
              <a:t>: participating in a book club exposes you to different perspectives and encourages discussions about the material. It can improve your understanding of texts and boost critical thinking.</a:t>
            </a:r>
          </a:p>
          <a:p>
            <a:pPr algn="just"/>
            <a:r>
              <a:rPr lang="en-US" b="1" dirty="0" smtClean="0"/>
              <a:t>Practicing </a:t>
            </a:r>
            <a:r>
              <a:rPr lang="en-US" b="1" dirty="0"/>
              <a:t>reading techniques</a:t>
            </a:r>
            <a:r>
              <a:rPr lang="en-US" dirty="0"/>
              <a:t>: once you have increased your reading speed, it can be useful to </a:t>
            </a:r>
            <a:r>
              <a:rPr lang="en-US" dirty="0" smtClean="0"/>
              <a:t>practice </a:t>
            </a:r>
            <a:r>
              <a:rPr lang="en-US" dirty="0"/>
              <a:t>these reading techniques. This can even be done with a book you enjoy, you don't necessarily have to </a:t>
            </a:r>
            <a:r>
              <a:rPr lang="en-US" dirty="0" smtClean="0"/>
              <a:t>practice </a:t>
            </a:r>
            <a:r>
              <a:rPr lang="en-US" dirty="0"/>
              <a:t>with your study material. </a:t>
            </a:r>
            <a:endParaRPr lang="en-US" dirty="0" smtClean="0"/>
          </a:p>
          <a:p>
            <a:pPr algn="just"/>
            <a:r>
              <a:rPr lang="en-US" b="1" dirty="0" smtClean="0"/>
              <a:t>SQ3R</a:t>
            </a:r>
            <a:r>
              <a:rPr lang="en-US" dirty="0" smtClean="0"/>
              <a:t>- Survey, Question, Read, Recite, Review</a:t>
            </a:r>
            <a:endParaRPr lang="en-US" dirty="0"/>
          </a:p>
          <a:p>
            <a:pPr algn="just"/>
            <a:endParaRPr lang="en-IN" dirty="0"/>
          </a:p>
        </p:txBody>
      </p:sp>
    </p:spTree>
    <p:extLst>
      <p:ext uri="{BB962C8B-B14F-4D97-AF65-F5344CB8AC3E}">
        <p14:creationId xmlns:p14="http://schemas.microsoft.com/office/powerpoint/2010/main" val="72803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SQ3R</a:t>
            </a:r>
            <a:endParaRPr lang="en-IN" dirty="0"/>
          </a:p>
        </p:txBody>
      </p:sp>
      <p:sp>
        <p:nvSpPr>
          <p:cNvPr id="3" name="Content Placeholder 2"/>
          <p:cNvSpPr>
            <a:spLocks noGrp="1"/>
          </p:cNvSpPr>
          <p:nvPr>
            <p:ph idx="1"/>
          </p:nvPr>
        </p:nvSpPr>
        <p:spPr>
          <a:xfrm>
            <a:off x="1154954" y="2566924"/>
            <a:ext cx="8825659" cy="3416300"/>
          </a:xfrm>
        </p:spPr>
        <p:txBody>
          <a:bodyPr>
            <a:normAutofit fontScale="85000" lnSpcReduction="10000"/>
          </a:bodyPr>
          <a:lstStyle/>
          <a:p>
            <a:pPr algn="just"/>
            <a:r>
              <a:rPr lang="en-US" dirty="0"/>
              <a:t>SQRRR or SQ3R is a reading comprehension method named for its five steps: survey, question, read, recite, and review. The method was introduced by Francis P. </a:t>
            </a:r>
            <a:r>
              <a:rPr lang="en-US" dirty="0" smtClean="0"/>
              <a:t>Robinson </a:t>
            </a:r>
            <a:r>
              <a:rPr lang="en-US" dirty="0"/>
              <a:t>in his 1941 book Effective Study</a:t>
            </a:r>
            <a:r>
              <a:rPr lang="en-US" dirty="0" smtClean="0"/>
              <a:t>.</a:t>
            </a:r>
          </a:p>
          <a:p>
            <a:pPr algn="just"/>
            <a:r>
              <a:rPr lang="en-US" dirty="0"/>
              <a:t>SQ3R is five-step technique that you can use to learn more effectively, and to increase your retention of written information. It helps you to focus what you need from a document, and to create a clear structure for the information in your mind</a:t>
            </a:r>
            <a:r>
              <a:rPr lang="en-US" dirty="0" smtClean="0"/>
              <a:t>.</a:t>
            </a:r>
          </a:p>
          <a:p>
            <a:r>
              <a:rPr lang="en-US" dirty="0"/>
              <a:t>Survey. Before you begin a new chapter, skim the material and get a feel for the main topics and ideas in the text. ...</a:t>
            </a:r>
          </a:p>
          <a:p>
            <a:r>
              <a:rPr lang="en-US" dirty="0"/>
              <a:t>Question. Use questions to guide your reading. ...</a:t>
            </a:r>
          </a:p>
          <a:p>
            <a:r>
              <a:rPr lang="en-US" dirty="0"/>
              <a:t>Read. As you read look for answers to the questions you created. ...</a:t>
            </a:r>
          </a:p>
          <a:p>
            <a:r>
              <a:rPr lang="en-US" dirty="0"/>
              <a:t>Recite. ...</a:t>
            </a:r>
          </a:p>
          <a:p>
            <a:r>
              <a:rPr lang="en-US"/>
              <a:t>Review.</a:t>
            </a:r>
          </a:p>
          <a:p>
            <a:pPr algn="just"/>
            <a:endParaRPr lang="en-IN" dirty="0"/>
          </a:p>
        </p:txBody>
      </p:sp>
    </p:spTree>
    <p:extLst>
      <p:ext uri="{BB962C8B-B14F-4D97-AF65-F5344CB8AC3E}">
        <p14:creationId xmlns:p14="http://schemas.microsoft.com/office/powerpoint/2010/main" val="17502576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23</TotalTime>
  <Words>565</Words>
  <Application>Microsoft Office PowerPoint</Application>
  <PresentationFormat>Widescreen</PresentationFormat>
  <Paragraphs>52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Ion Boardroom</vt:lpstr>
      <vt:lpstr>Reading Skills</vt:lpstr>
      <vt:lpstr>What is Reading?</vt:lpstr>
      <vt:lpstr>Types of Reading</vt:lpstr>
      <vt:lpstr>Types of Reading</vt:lpstr>
      <vt:lpstr>Skimming technique of reading</vt:lpstr>
      <vt:lpstr>Scanning technique of Reading</vt:lpstr>
      <vt:lpstr>Intensive reading </vt:lpstr>
      <vt:lpstr>Extensive reading</vt:lpstr>
      <vt:lpstr>How to improve reading skills</vt:lpstr>
      <vt:lpstr>SQ3R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Skills</dc:title>
  <dc:creator>User</dc:creator>
  <cp:lastModifiedBy>User</cp:lastModifiedBy>
  <cp:revision>8</cp:revision>
  <dcterms:created xsi:type="dcterms:W3CDTF">2024-09-07T07:18:47Z</dcterms:created>
  <dcterms:modified xsi:type="dcterms:W3CDTF">2024-09-09T11:30:58Z</dcterms:modified>
</cp:coreProperties>
</file>